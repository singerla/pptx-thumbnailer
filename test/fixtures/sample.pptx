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57D24FE-7947-4E67-8A82-F1D86012A02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de-DE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de-DE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de-DE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0317C93-8F75-4E7D-94F4-C81C434186A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de-DE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de-DE" sz="4400" spc="-1" strike="noStrike">
                <a:solidFill>
                  <a:srgbClr val="000000"/>
                </a:solidFill>
                <a:latin typeface="Arial"/>
              </a:rPr>
              <a:t>Format des Titeltextes durch Klicken bearbeiten</a:t>
            </a:r>
            <a:endParaRPr b="0" lang="de-DE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solidFill>
                  <a:srgbClr val="000000"/>
                </a:solidFill>
                <a:latin typeface="Arial"/>
              </a:rPr>
              <a:t>Format des Gliederungstextes durch Klicken bearbeiten</a:t>
            </a:r>
            <a:endParaRPr b="0" lang="de-DE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800" spc="-1" strike="noStrike">
                <a:solidFill>
                  <a:srgbClr val="000000"/>
                </a:solidFill>
                <a:latin typeface="Arial"/>
              </a:rPr>
              <a:t>Zweite Gliederungsebene</a:t>
            </a:r>
            <a:endParaRPr b="0" lang="de-DE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400" spc="-1" strike="noStrike">
                <a:solidFill>
                  <a:srgbClr val="000000"/>
                </a:solidFill>
                <a:latin typeface="Arial"/>
              </a:rPr>
              <a:t>Dritte Gliederungsebene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000" spc="-1" strike="noStrike">
                <a:solidFill>
                  <a:srgbClr val="000000"/>
                </a:solidFill>
                <a:latin typeface="Arial"/>
              </a:rPr>
              <a:t>Vierte Gliederungsebene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solidFill>
                  <a:srgbClr val="000000"/>
                </a:solidFill>
                <a:latin typeface="Arial"/>
              </a:rPr>
              <a:t>Fünfte Gliederungsebene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solidFill>
                  <a:srgbClr val="000000"/>
                </a:solidFill>
                <a:latin typeface="Arial"/>
              </a:rPr>
              <a:t>Sechste Gliederungsebene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solidFill>
                  <a:srgbClr val="000000"/>
                </a:solidFill>
                <a:latin typeface="Arial"/>
              </a:rPr>
              <a:t>Siebte Gliederungsebene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de-D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&lt;Datum/Uhrzeit&gt;</a:t>
            </a:r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de-D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&lt;Fußzeile&gt;</a:t>
            </a:r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de-D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7ABD5B91-3AB4-4D57-816C-CB3D58AE948D}" type="slidenum"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&lt;Foliennummer&gt;</a:t>
            </a:fld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8f0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 txBox="1"/>
          <p:nvPr/>
        </p:nvSpPr>
        <p:spPr>
          <a:xfrm>
            <a:off x="1440000" y="1800000"/>
            <a:ext cx="7200000" cy="1440000"/>
          </a:xfrm>
          <a:prstGeom prst="rect">
            <a:avLst/>
          </a:prstGeom>
          <a:solidFill>
            <a:srgbClr val="3366cc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de-DE" sz="1800" spc="-1" strike="noStrike">
                <a:solidFill>
                  <a:srgbClr val="ffffff"/>
                </a:solidFill>
                <a:latin typeface="Arial"/>
              </a:rPr>
              <a:t>pptx-thumbnailer sample — slide one</a:t>
            </a:r>
            <a:endParaRPr b="0" lang="de-DE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e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"/>
          <p:cNvSpPr txBox="1"/>
          <p:nvPr/>
        </p:nvSpPr>
        <p:spPr>
          <a:xfrm>
            <a:off x="1440000" y="1800000"/>
            <a:ext cx="7200000" cy="1440000"/>
          </a:xfrm>
          <a:prstGeom prst="rect">
            <a:avLst/>
          </a:prstGeom>
          <a:solidFill>
            <a:srgbClr val="3366cc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de-DE" sz="1800" spc="-1" strike="noStrike">
                <a:solidFill>
                  <a:srgbClr val="ffffff"/>
                </a:solidFill>
                <a:latin typeface="Arial"/>
              </a:rPr>
              <a:t>pptx-thumbnailer sample — slide two</a:t>
            </a:r>
            <a:endParaRPr b="0" lang="de-DE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de-DE</dc:language>
  <cp:lastModifiedBy/>
  <cp:revision>0</cp:revision>
  <dc:subject/>
  <dc:title/>
</cp:coreProperties>
</file>